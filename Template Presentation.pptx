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7" r:id="rId4"/>
  </p:sldMasterIdLst>
  <p:notesMasterIdLst>
    <p:notesMasterId r:id="rId16"/>
  </p:notesMasterIdLst>
  <p:sldIdLst>
    <p:sldId id="271" r:id="rId5"/>
    <p:sldId id="609" r:id="rId6"/>
    <p:sldId id="601" r:id="rId7"/>
    <p:sldId id="604" r:id="rId8"/>
    <p:sldId id="602" r:id="rId9"/>
    <p:sldId id="598" r:id="rId10"/>
    <p:sldId id="599" r:id="rId11"/>
    <p:sldId id="600" r:id="rId12"/>
    <p:sldId id="603" r:id="rId13"/>
    <p:sldId id="607" r:id="rId14"/>
    <p:sldId id="263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08"/>
    <a:srgbClr val="C5E6C1"/>
    <a:srgbClr val="B5D4B2"/>
    <a:srgbClr val="084E08"/>
    <a:srgbClr val="D00000"/>
    <a:srgbClr val="9D2135"/>
    <a:srgbClr val="ECD4D8"/>
    <a:srgbClr val="293F11"/>
    <a:srgbClr val="0C5742"/>
    <a:srgbClr val="29A7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2221A9-9BE9-4651-B7F2-342A0E2C5784}" v="1" dt="2026-09-25T14:02:02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02" autoAdjust="0"/>
    <p:restoredTop sz="86370" autoAdjust="0"/>
  </p:normalViewPr>
  <p:slideViewPr>
    <p:cSldViewPr snapToGrid="0">
      <p:cViewPr varScale="1">
        <p:scale>
          <a:sx n="94" d="100"/>
          <a:sy n="94" d="100"/>
        </p:scale>
        <p:origin x="96" y="264"/>
      </p:cViewPr>
      <p:guideLst>
        <p:guide orient="horz" pos="2160"/>
        <p:guide pos="480"/>
        <p:guide pos="7200"/>
        <p:guide pos="4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1015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26C7-E744-0B31-3F6D-6EA4A5CF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C5EA89-9A34-6F39-F57E-582962591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7930B1-FF3A-5FC7-D8D5-FC063CCEA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EC3D13-D327-7C39-C637-1A2032A33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151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FCE86C-741C-3F06-0C45-5E281F7D4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</a:blip>
          <a:srcRect/>
          <a:stretch/>
        </p:blipFill>
        <p:spPr>
          <a:xfrm>
            <a:off x="1" y="0"/>
            <a:ext cx="12161694" cy="68552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4942C4-35D6-11EB-990C-9F5F325E7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4072285"/>
            <a:ext cx="9141397" cy="8309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70314A8-513A-A2AA-A1DA-F88074FFF1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5249751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2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2211365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942C4-35D6-11EB-990C-9F5F325E7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4072285"/>
            <a:ext cx="9141397" cy="8309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70314A8-513A-A2AA-A1DA-F88074FFF1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5249751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2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172141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D4F4BA-A03B-8352-9AD6-4E253EDDF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</a:blip>
          <a:srcRect/>
          <a:stretch/>
        </p:blipFill>
        <p:spPr>
          <a:xfrm>
            <a:off x="1" y="0"/>
            <a:ext cx="12161694" cy="68552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63B2E7-5DB8-289F-4FA0-1770FB23E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89205" y="823966"/>
            <a:ext cx="9431195" cy="5054320"/>
          </a:xfrm>
          <a:prstGeom prst="rect">
            <a:avLst/>
          </a:prstGeom>
          <a:solidFill>
            <a:srgbClr val="0082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DDB9EB0-5E45-9A23-8B2B-063A1E51A4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2040651"/>
            <a:ext cx="9141397" cy="738664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2DBAE11-7B48-4B93-9228-0AE76C5D40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429000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4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son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40F43D-7CF1-F239-6F90-5224D1F90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1999" cy="68580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FD0411B-CFF2-1F67-3B53-26B196C536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735CC3-5689-87CB-76FF-182A0FFE9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29A7D9"/>
              </a:buClr>
              <a:buNone/>
              <a:defRPr sz="1800" b="1"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048D-D6DE-D39A-61E5-058F2C9D086D}"/>
              </a:ext>
            </a:extLst>
          </p:cNvPr>
          <p:cNvSpPr txBox="1">
            <a:spLocks/>
          </p:cNvSpPr>
          <p:nvPr userDrawn="1"/>
        </p:nvSpPr>
        <p:spPr>
          <a:xfrm>
            <a:off x="762000" y="1090715"/>
            <a:ext cx="6972925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rgbClr val="0C5742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400" dirty="0">
                <a:solidFill>
                  <a:srgbClr val="008208"/>
                </a:solidFill>
              </a:rPr>
              <a:t>Insert title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CFFBC-511A-0C92-49CD-B6F380B6DC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52593" y="4795462"/>
            <a:ext cx="3886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01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8B2D19A-57EF-534C-AD32-F0D267DF02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3905" y="4395135"/>
            <a:ext cx="3094299" cy="8250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006248-5E16-F67D-B71E-6B380DF3D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8785" y="1397292"/>
            <a:ext cx="2916820" cy="2916820"/>
          </a:xfrm>
          <a:prstGeom prst="ellipse">
            <a:avLst/>
          </a:prstGeom>
          <a:solidFill>
            <a:srgbClr val="0082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C867410-0A07-C967-94EF-6A02F12A57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905" y="2285999"/>
            <a:ext cx="3094299" cy="41252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F9D231-F2D1-C037-D6ED-17A8059997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0045" y="2757317"/>
            <a:ext cx="3094299" cy="1441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B50A50D-6D2E-33DB-B978-E99B9EF8D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90223" y="826518"/>
            <a:ext cx="1266970" cy="1266970"/>
          </a:xfrm>
          <a:prstGeom prst="ellipse">
            <a:avLst/>
          </a:prstGeom>
          <a:solidFill>
            <a:schemeClr val="tx1"/>
          </a:solidFill>
          <a:ln w="76200">
            <a:solidFill>
              <a:srgbClr val="084E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94546806-FD1F-3095-4CE8-6A3A1FCC7A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2710" y="4395135"/>
            <a:ext cx="3094299" cy="8250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A7592EE-5333-BBDF-A3DE-6CD9F1728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7590" y="1397292"/>
            <a:ext cx="2916820" cy="2916820"/>
          </a:xfrm>
          <a:prstGeom prst="ellipse">
            <a:avLst/>
          </a:prstGeom>
          <a:solidFill>
            <a:srgbClr val="0082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F450DC39-19DD-D8EC-3907-71DA9F2D6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710" y="2285999"/>
            <a:ext cx="3094299" cy="41252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B82E7BB7-FA61-15D2-DA1C-D21DA32C05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48850" y="2757317"/>
            <a:ext cx="3094299" cy="1441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135A5B3-8581-4475-6EA2-AB7176414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8654" y="835616"/>
            <a:ext cx="1266970" cy="1266970"/>
          </a:xfrm>
          <a:prstGeom prst="ellipse">
            <a:avLst/>
          </a:prstGeom>
          <a:solidFill>
            <a:schemeClr val="tx1"/>
          </a:solidFill>
          <a:ln w="76200">
            <a:solidFill>
              <a:srgbClr val="084E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A305AB87-D4E0-5BEE-F34E-4EE5194EF4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3796" y="4395135"/>
            <a:ext cx="3094299" cy="8250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9617A6-EF65-8408-C2D4-CB299E326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98676" y="1397292"/>
            <a:ext cx="2916820" cy="2916820"/>
          </a:xfrm>
          <a:prstGeom prst="ellipse">
            <a:avLst/>
          </a:prstGeom>
          <a:solidFill>
            <a:srgbClr val="0082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2CDADD79-27CC-560B-4E51-278843FC47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13796" y="2285999"/>
            <a:ext cx="3094299" cy="41252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FEA8AD93-186A-47F5-F3CC-EE490126A3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09936" y="2757317"/>
            <a:ext cx="3094299" cy="1441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3984AD4-986C-D2DB-1E89-7353A94C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20114" y="826518"/>
            <a:ext cx="1266970" cy="1266970"/>
          </a:xfrm>
          <a:prstGeom prst="ellipse">
            <a:avLst/>
          </a:prstGeom>
          <a:solidFill>
            <a:schemeClr val="tx1"/>
          </a:solidFill>
          <a:ln w="76200">
            <a:solidFill>
              <a:srgbClr val="084E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48ADF-145B-0619-F641-8FB27799E0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0488"/>
          <a:stretch>
            <a:fillRect/>
          </a:stretch>
        </p:blipFill>
        <p:spPr>
          <a:xfrm>
            <a:off x="-2" y="5745892"/>
            <a:ext cx="12192002" cy="11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85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nnectivity W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3A82D859-AED3-485F-A04E-40320B104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4317"/>
            <a:ext cx="12191997" cy="687231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50E836D7-C5CD-44D2-FE9D-F5CA7EFB7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5B01814-8239-0919-700D-E0794C852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4999"/>
            <a:ext cx="6477000" cy="42370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9D2135"/>
              </a:buClr>
              <a:buNone/>
              <a:defRPr sz="1800" b="1">
                <a:solidFill>
                  <a:schemeClr val="bg1"/>
                </a:solidFill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ith Connectivity W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6">
            <a:extLst>
              <a:ext uri="{FF2B5EF4-FFF2-40B4-BE49-F238E27FC236}">
                <a16:creationId xmlns:a16="http://schemas.microsoft.com/office/drawing/2014/main" id="{6AB1B2BA-E0BE-C789-76C0-72FC37034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4317"/>
            <a:ext cx="12191997" cy="687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6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>
          <p15:clr>
            <a:srgbClr val="5ACBF0"/>
          </p15:clr>
        </p15:guide>
        <p15:guide id="3" orient="horz" pos="2240">
          <p15:clr>
            <a:srgbClr val="5ACBF0"/>
          </p15:clr>
        </p15:guide>
        <p15:guide id="4" orient="horz" pos="2487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B18A-AEFB-875C-C7B9-854A0F9842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872356"/>
            <a:ext cx="9141397" cy="738664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1" i="0" kern="1200" cap="none" spc="-50" baseline="0" dirty="0">
                <a:ln w="3175">
                  <a:noFill/>
                </a:ln>
                <a:solidFill>
                  <a:srgbClr val="008208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DA543F9-0BD6-1A90-DF8A-FC92A79925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4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62C41-763D-7638-37CD-0F758ED943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52593" y="4795462"/>
            <a:ext cx="3886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6FB5B90E-10A1-3BED-A513-DD6D4DE50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408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9D2135"/>
              </a:buClr>
              <a:buNone/>
              <a:defRPr sz="1800" b="0">
                <a:solidFill>
                  <a:schemeClr val="bg1"/>
                </a:solidFill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 b="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431942-5744-7420-A4E0-41C0ED4752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0488"/>
          <a:stretch>
            <a:fillRect/>
          </a:stretch>
        </p:blipFill>
        <p:spPr>
          <a:xfrm>
            <a:off x="-2" y="5745892"/>
            <a:ext cx="12192002" cy="11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29A7D9"/>
              </a:buClr>
              <a:buNone/>
              <a:defRPr sz="1800" b="1"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F722149C-9F53-07F4-F4AE-84EEFFD262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2"/>
            <a:ext cx="4572000" cy="4465637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7EE72-18FE-1FF5-C146-2B5F46A0F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0488"/>
          <a:stretch>
            <a:fillRect/>
          </a:stretch>
        </p:blipFill>
        <p:spPr>
          <a:xfrm>
            <a:off x="-2" y="5745892"/>
            <a:ext cx="12192002" cy="11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72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155574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426CAAF9-6082-7EDB-3BD8-D45AA79D0A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58000" y="3026026"/>
            <a:ext cx="4572000" cy="2155574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F9771-D8E2-3BD0-3F5E-6C15075AC4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0488"/>
          <a:stretch>
            <a:fillRect/>
          </a:stretch>
        </p:blipFill>
        <p:spPr>
          <a:xfrm>
            <a:off x="-2" y="5745892"/>
            <a:ext cx="12192002" cy="1124300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261C1603-F78F-9708-2CCE-C575018AB7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95D9B12A-BDA9-1D99-CD6F-BE757F40D8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29A7D9"/>
              </a:buClr>
              <a:buNone/>
              <a:defRPr sz="1800" b="1"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6184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689" r:id="rId3"/>
    <p:sldLayoutId id="2147483700" r:id="rId4"/>
    <p:sldLayoutId id="2147483706" r:id="rId5"/>
    <p:sldLayoutId id="2147483708" r:id="rId6"/>
    <p:sldLayoutId id="2147483701" r:id="rId7"/>
    <p:sldLayoutId id="2147483710" r:id="rId8"/>
    <p:sldLayoutId id="2147483690" r:id="rId9"/>
    <p:sldLayoutId id="2147483691" r:id="rId10"/>
    <p:sldLayoutId id="2147483705" r:id="rId11"/>
    <p:sldLayoutId id="2147483709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1A2729-7D5B-64A4-C0D1-67AD772DA6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0800000">
            <a:off x="12698" y="-1"/>
            <a:ext cx="12179300" cy="6865159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E8661BCE-69C4-2BFE-8ABC-E9949B0D46D7}"/>
              </a:ext>
            </a:extLst>
          </p:cNvPr>
          <p:cNvSpPr txBox="1">
            <a:spLocks/>
          </p:cNvSpPr>
          <p:nvPr/>
        </p:nvSpPr>
        <p:spPr>
          <a:xfrm>
            <a:off x="-504330" y="1404412"/>
            <a:ext cx="6920964" cy="166199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008208"/>
                </a:solidFill>
              </a:rPr>
              <a:t>Purdue</a:t>
            </a:r>
            <a:br>
              <a:rPr lang="en-US" dirty="0">
                <a:solidFill>
                  <a:srgbClr val="008208"/>
                </a:solidFill>
              </a:rPr>
            </a:br>
            <a:r>
              <a:rPr lang="en-US" dirty="0">
                <a:solidFill>
                  <a:srgbClr val="008208"/>
                </a:solidFill>
              </a:rPr>
              <a:t> </a:t>
            </a:r>
            <a:r>
              <a:rPr lang="en-US" dirty="0" err="1">
                <a:solidFill>
                  <a:srgbClr val="008208"/>
                </a:solidFill>
              </a:rPr>
              <a:t>AgHack</a:t>
            </a:r>
            <a:r>
              <a:rPr lang="en-US" dirty="0">
                <a:solidFill>
                  <a:srgbClr val="008208"/>
                </a:solidFill>
              </a:rPr>
              <a:t> 2026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DFD68EB-4F54-F53D-EA6B-15F19F49ACCD}"/>
              </a:ext>
            </a:extLst>
          </p:cNvPr>
          <p:cNvSpPr txBox="1">
            <a:spLocks/>
          </p:cNvSpPr>
          <p:nvPr/>
        </p:nvSpPr>
        <p:spPr>
          <a:xfrm>
            <a:off x="-943542" y="3264709"/>
            <a:ext cx="7799387" cy="109714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2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SURVIVAL GUIDE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219D0-AFB4-D3BE-464C-735DF25625D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15840" y="246551"/>
            <a:ext cx="5198477" cy="43254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B82C32E-A8BD-12F1-C8DA-45B561096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40" y="3611586"/>
            <a:ext cx="11980119" cy="313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56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6E23-4145-5561-0405-6138C87B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BF4A-06D0-9580-CBE3-35CD2699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Team Intro/Logo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4591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C051-BC2C-199F-E440-65FA93CB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the problem</a:t>
            </a:r>
          </a:p>
        </p:txBody>
      </p:sp>
    </p:spTree>
    <p:extLst>
      <p:ext uri="{BB962C8B-B14F-4D97-AF65-F5344CB8AC3E}">
        <p14:creationId xmlns:p14="http://schemas.microsoft.com/office/powerpoint/2010/main" val="407826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1014-E0B2-7CBA-7DE0-F95BE804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7DD2-F2AD-1280-FD59-EB7358C7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Goal</a:t>
            </a:r>
          </a:p>
        </p:txBody>
      </p:sp>
    </p:spTree>
    <p:extLst>
      <p:ext uri="{BB962C8B-B14F-4D97-AF65-F5344CB8AC3E}">
        <p14:creationId xmlns:p14="http://schemas.microsoft.com/office/powerpoint/2010/main" val="394215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0FF1-43CC-99F3-0F64-E9460EBE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276462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D0F0-7AFF-51FA-504D-52222D91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Approach</a:t>
            </a:r>
          </a:p>
        </p:txBody>
      </p:sp>
    </p:spTree>
    <p:extLst>
      <p:ext uri="{BB962C8B-B14F-4D97-AF65-F5344CB8AC3E}">
        <p14:creationId xmlns:p14="http://schemas.microsoft.com/office/powerpoint/2010/main" val="1983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617C-F6D2-00FF-0222-FC8355C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Demo/Prototype</a:t>
            </a:r>
          </a:p>
        </p:txBody>
      </p:sp>
    </p:spTree>
    <p:extLst>
      <p:ext uri="{BB962C8B-B14F-4D97-AF65-F5344CB8AC3E}">
        <p14:creationId xmlns:p14="http://schemas.microsoft.com/office/powerpoint/2010/main" val="174661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64CE-24B3-E3D1-4883-CE4F0AC3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Value</a:t>
            </a:r>
          </a:p>
        </p:txBody>
      </p:sp>
    </p:spTree>
    <p:extLst>
      <p:ext uri="{BB962C8B-B14F-4D97-AF65-F5344CB8AC3E}">
        <p14:creationId xmlns:p14="http://schemas.microsoft.com/office/powerpoint/2010/main" val="153735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ACD3-AEB0-9A25-EBB9-8C8140DA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4154-18AA-00A9-A1FD-53C8CF72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416690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DF6D-11F6-FA6B-9584-2EAE5DD1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99B9C9E8-10FD-712C-A4F4-97D73C49E7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00" y="-7158"/>
            <a:ext cx="12179300" cy="686515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FC2C177-8759-B047-BAD3-E64E18B17928}"/>
              </a:ext>
            </a:extLst>
          </p:cNvPr>
          <p:cNvSpPr txBox="1">
            <a:spLocks/>
          </p:cNvSpPr>
          <p:nvPr/>
        </p:nvSpPr>
        <p:spPr>
          <a:xfrm>
            <a:off x="762000" y="715963"/>
            <a:ext cx="10641013" cy="11890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32742" fontAlgn="auto">
              <a:lnSpc>
                <a:spcPct val="100000"/>
              </a:lnSpc>
              <a:spcAft>
                <a:spcPts val="0"/>
              </a:spcAft>
            </a:pPr>
            <a:r>
              <a:rPr lang="en-US" sz="3200" b="1" spc="-50" dirty="0">
                <a:ln w="3175">
                  <a:noFill/>
                </a:ln>
                <a:solidFill>
                  <a:srgbClr val="008208"/>
                </a:solidFill>
                <a:latin typeface="Helvetica" pitchFamily="2" charset="0"/>
                <a:ea typeface="+mn-ea"/>
                <a:cs typeface="Segoe UI" pitchFamily="34" charset="0"/>
              </a:rPr>
              <a:t>THANK YOU, LEADERSHIP!</a:t>
            </a:r>
          </a:p>
        </p:txBody>
      </p:sp>
    </p:spTree>
    <p:extLst>
      <p:ext uri="{BB962C8B-B14F-4D97-AF65-F5344CB8AC3E}">
        <p14:creationId xmlns:p14="http://schemas.microsoft.com/office/powerpoint/2010/main" val="29303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8C3A-00D1-AC50-66C7-717CDF2F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A3972-533E-7678-ECA3-3BC3D810C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AND HAVE FUN!!!!!!!!!!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DD40C-CB33-8DB9-335A-2483788DC32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2960" y="25603"/>
            <a:ext cx="6923605" cy="576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1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rter Template_Heritage Month Presentation" id="{910467CA-E581-43CB-A3F9-242953556B2E}" vid="{325629C9-8C54-4982-A5E7-91DBF3E63BF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80AD4D6-2712-4EC3-A727-A5652AD67F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04BC66-A771-492B-8E79-E3C5E33B71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3ACE82-BD1C-4CC4-B9C6-7097502B70B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Starter Template_Heritage Month Presentation</Template>
  <TotalTime>0</TotalTime>
  <Words>42</Words>
  <Application>Microsoft Office PowerPoint</Application>
  <PresentationFormat>Widescreen</PresentationFormat>
  <Paragraphs>15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Georgia</vt:lpstr>
      <vt:lpstr>Helvetica</vt:lpstr>
      <vt:lpstr>Office Theme</vt:lpstr>
      <vt:lpstr>PowerPoint Presentation</vt:lpstr>
      <vt:lpstr>Team Intro/Logo</vt:lpstr>
      <vt:lpstr>Intro to the problem</vt:lpstr>
      <vt:lpstr>Analysis Goal</vt:lpstr>
      <vt:lpstr>Tech Stack</vt:lpstr>
      <vt:lpstr>Technical Approach</vt:lpstr>
      <vt:lpstr>Demo/Prototype</vt:lpstr>
      <vt:lpstr>Business Value</vt:lpstr>
      <vt:lpstr>Future Development</vt:lpstr>
      <vt:lpstr>PowerPoint Presentation</vt:lpstr>
      <vt:lpstr>THANK YOU!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2021-02-18T07:10:18Z</dcterms:created>
  <dcterms:modified xsi:type="dcterms:W3CDTF">2026-09-25T14:02:21Z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2c76c141-ac86-40e5-abf2-c6f60e474cee_Enabled">
    <vt:lpwstr>true</vt:lpwstr>
  </property>
  <property fmtid="{D5CDD505-2E9C-101B-9397-08002B2CF9AE}" pid="4" name="MSIP_Label_2c76c141-ac86-40e5-abf2-c6f60e474cee_SetDate">
    <vt:lpwstr>2024-10-31T19:16:17Z</vt:lpwstr>
  </property>
  <property fmtid="{D5CDD505-2E9C-101B-9397-08002B2CF9AE}" pid="5" name="MSIP_Label_2c76c141-ac86-40e5-abf2-c6f60e474cee_Method">
    <vt:lpwstr>Standard</vt:lpwstr>
  </property>
  <property fmtid="{D5CDD505-2E9C-101B-9397-08002B2CF9AE}" pid="6" name="MSIP_Label_2c76c141-ac86-40e5-abf2-c6f60e474cee_Name">
    <vt:lpwstr>2c76c141-ac86-40e5-abf2-c6f60e474cee</vt:lpwstr>
  </property>
  <property fmtid="{D5CDD505-2E9C-101B-9397-08002B2CF9AE}" pid="7" name="MSIP_Label_2c76c141-ac86-40e5-abf2-c6f60e474cee_SiteId">
    <vt:lpwstr>fcb2b37b-5da0-466b-9b83-0014b67a7c78</vt:lpwstr>
  </property>
  <property fmtid="{D5CDD505-2E9C-101B-9397-08002B2CF9AE}" pid="8" name="MSIP_Label_2c76c141-ac86-40e5-abf2-c6f60e474cee_ActionId">
    <vt:lpwstr>6bdae8a5-4f0a-4c25-bee6-493842b9c0c3</vt:lpwstr>
  </property>
  <property fmtid="{D5CDD505-2E9C-101B-9397-08002B2CF9AE}" pid="9" name="MSIP_Label_2c76c141-ac86-40e5-abf2-c6f60e474cee_ContentBits">
    <vt:lpwstr>2</vt:lpwstr>
  </property>
  <property fmtid="{D5CDD505-2E9C-101B-9397-08002B2CF9AE}" pid="10" name="MSIP_Label_a844c618-538c-404a-b2f6-f58b5e4f4fae_Enabled">
    <vt:lpwstr>true</vt:lpwstr>
  </property>
  <property fmtid="{D5CDD505-2E9C-101B-9397-08002B2CF9AE}" pid="11" name="MSIP_Label_a844c618-538c-404a-b2f6-f58b5e4f4fae_SetDate">
    <vt:lpwstr>2026-09-03T18:14:48Z</vt:lpwstr>
  </property>
  <property fmtid="{D5CDD505-2E9C-101B-9397-08002B2CF9AE}" pid="12" name="MSIP_Label_a844c618-538c-404a-b2f6-f58b5e4f4fae_Method">
    <vt:lpwstr>Privileged</vt:lpwstr>
  </property>
  <property fmtid="{D5CDD505-2E9C-101B-9397-08002B2CF9AE}" pid="13" name="MSIP_Label_a844c618-538c-404a-b2f6-f58b5e4f4fae_Name">
    <vt:lpwstr>Public</vt:lpwstr>
  </property>
  <property fmtid="{D5CDD505-2E9C-101B-9397-08002B2CF9AE}" pid="14" name="MSIP_Label_a844c618-538c-404a-b2f6-f58b5e4f4fae_SiteId">
    <vt:lpwstr>41eb501a-f671-4ce0-a5bf-b64168c3705f</vt:lpwstr>
  </property>
  <property fmtid="{D5CDD505-2E9C-101B-9397-08002B2CF9AE}" pid="15" name="MSIP_Label_a844c618-538c-404a-b2f6-f58b5e4f4fae_ActionId">
    <vt:lpwstr>cce40bb2-6d52-482c-9366-826e94f5ca70</vt:lpwstr>
  </property>
  <property fmtid="{D5CDD505-2E9C-101B-9397-08002B2CF9AE}" pid="16" name="MSIP_Label_a844c618-538c-404a-b2f6-f58b5e4f4fae_ContentBits">
    <vt:lpwstr>0</vt:lpwstr>
  </property>
  <property fmtid="{D5CDD505-2E9C-101B-9397-08002B2CF9AE}" pid="17" name="MSIP_Label_a844c618-538c-404a-b2f6-f58b5e4f4fae_Tag">
    <vt:lpwstr>50, 0, 1, 1</vt:lpwstr>
  </property>
</Properties>
</file>